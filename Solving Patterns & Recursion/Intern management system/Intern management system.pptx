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63" r:id="rId4"/>
    <p:sldId id="264" r:id="rId5"/>
    <p:sldId id="265" r:id="rId6"/>
    <p:sldId id="258" r:id="rId7"/>
    <p:sldId id="259" r:id="rId8"/>
    <p:sldId id="260" r:id="rId9"/>
    <p:sldId id="26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93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3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7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81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3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8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9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5554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366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5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5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D9803EF-1742-4138-A215-08A844E52BF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D5DFCB-6B23-4A67-AA39-FC3D1D26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Intern Management System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Mini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250268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040" y="304800"/>
            <a:ext cx="48317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Project Overview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82320" y="1361440"/>
            <a:ext cx="7306808" cy="4308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Goal: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Manage interns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Add, view, search, update, delete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Simple UI for users</a:t>
            </a:r>
          </a:p>
          <a:p>
            <a:r>
              <a:rPr lang="en-US" sz="3200" b="1" dirty="0" smtClean="0"/>
              <a:t>Technologies: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SQLite (database)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 smtClean="0"/>
              <a:t>Streamlit</a:t>
            </a:r>
            <a:r>
              <a:rPr lang="en-US" sz="3200" dirty="0" smtClean="0"/>
              <a:t> (UI)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32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40644"/>
            <a:ext cx="3505200" cy="1371600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182770"/>
              </p:ext>
            </p:extLst>
          </p:nvPr>
        </p:nvGraphicFramePr>
        <p:xfrm>
          <a:off x="640080" y="1412244"/>
          <a:ext cx="11074400" cy="46634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37200">
                  <a:extLst>
                    <a:ext uri="{9D8B030D-6E8A-4147-A177-3AD203B41FA5}">
                      <a16:colId xmlns:a16="http://schemas.microsoft.com/office/drawing/2014/main" val="1232407237"/>
                    </a:ext>
                  </a:extLst>
                </a:gridCol>
                <a:gridCol w="5537200">
                  <a:extLst>
                    <a:ext uri="{9D8B030D-6E8A-4147-A177-3AD203B41FA5}">
                      <a16:colId xmlns:a16="http://schemas.microsoft.com/office/drawing/2014/main" val="3715705146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r>
                        <a:rPr lang="en-US" dirty="0"/>
                        <a:t>Add Intern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00299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dirty="0"/>
                        <a:t>View Interns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341439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dirty="0"/>
                        <a:t>Search Intern by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22619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dirty="0"/>
                        <a:t>Search by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76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dirty="0"/>
                        <a:t>Update Intern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30337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dirty="0"/>
                        <a:t>Delete Intern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105108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r>
                        <a:rPr lang="en-US" dirty="0"/>
                        <a:t>Index for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995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358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040" y="304800"/>
            <a:ext cx="48782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Project Structures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68960" y="1615440"/>
            <a:ext cx="1130630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intern_management_system</a:t>
            </a:r>
            <a:r>
              <a:rPr lang="en-US" sz="3200" dirty="0" smtClean="0"/>
              <a:t>/</a:t>
            </a:r>
            <a:br>
              <a:rPr lang="en-US" sz="3200" dirty="0" smtClean="0"/>
            </a:br>
            <a:r>
              <a:rPr lang="en-US" sz="3200" dirty="0" smtClean="0"/>
              <a:t>│</a:t>
            </a:r>
            <a:br>
              <a:rPr lang="en-US" sz="3200" dirty="0" smtClean="0"/>
            </a:br>
            <a:r>
              <a:rPr lang="en-US" sz="3200" dirty="0" smtClean="0"/>
              <a:t>├── app.py                 # </a:t>
            </a:r>
            <a:r>
              <a:rPr lang="en-US" sz="3200" dirty="0" err="1" smtClean="0"/>
              <a:t>Streamlit</a:t>
            </a:r>
            <a:r>
              <a:rPr lang="en-US" sz="3200" dirty="0" smtClean="0"/>
              <a:t> UI</a:t>
            </a:r>
            <a:br>
              <a:rPr lang="en-US" sz="3200" dirty="0" smtClean="0"/>
            </a:br>
            <a:r>
              <a:rPr lang="en-US" sz="3200" dirty="0" smtClean="0"/>
              <a:t>├── database.py       # DB connection &amp; table creation</a:t>
            </a:r>
            <a:br>
              <a:rPr lang="en-US" sz="3200" dirty="0" smtClean="0"/>
            </a:br>
            <a:r>
              <a:rPr lang="en-US" sz="3200" dirty="0" smtClean="0"/>
              <a:t>├── intern_service.py # </a:t>
            </a:r>
            <a:r>
              <a:rPr lang="en-US" sz="3200" dirty="0"/>
              <a:t>O</a:t>
            </a:r>
            <a:r>
              <a:rPr lang="en-US" sz="3200" dirty="0" smtClean="0"/>
              <a:t>perations</a:t>
            </a:r>
            <a:br>
              <a:rPr lang="en-US" sz="3200" dirty="0" smtClean="0"/>
            </a:br>
            <a:r>
              <a:rPr lang="en-US" sz="3200" dirty="0" smtClean="0"/>
              <a:t>└── README.md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495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40644"/>
            <a:ext cx="3505200" cy="1371600"/>
          </a:xfrm>
        </p:spPr>
        <p:txBody>
          <a:bodyPr/>
          <a:lstStyle/>
          <a:p>
            <a:r>
              <a:rPr lang="en-US" dirty="0" smtClean="0"/>
              <a:t>Database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310739"/>
              </p:ext>
            </p:extLst>
          </p:nvPr>
        </p:nvGraphicFramePr>
        <p:xfrm>
          <a:off x="706120" y="1412244"/>
          <a:ext cx="10871199" cy="467820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23733">
                  <a:extLst>
                    <a:ext uri="{9D8B030D-6E8A-4147-A177-3AD203B41FA5}">
                      <a16:colId xmlns:a16="http://schemas.microsoft.com/office/drawing/2014/main" val="725461937"/>
                    </a:ext>
                  </a:extLst>
                </a:gridCol>
                <a:gridCol w="3623733">
                  <a:extLst>
                    <a:ext uri="{9D8B030D-6E8A-4147-A177-3AD203B41FA5}">
                      <a16:colId xmlns:a16="http://schemas.microsoft.com/office/drawing/2014/main" val="2427938049"/>
                    </a:ext>
                  </a:extLst>
                </a:gridCol>
                <a:gridCol w="3623733">
                  <a:extLst>
                    <a:ext uri="{9D8B030D-6E8A-4147-A177-3AD203B41FA5}">
                      <a16:colId xmlns:a16="http://schemas.microsoft.com/office/drawing/2014/main" val="3665520928"/>
                    </a:ext>
                  </a:extLst>
                </a:gridCol>
              </a:tblGrid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72565"/>
                  </a:ext>
                </a:extLst>
              </a:tr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Primary Key, Auto Increment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769793"/>
                  </a:ext>
                </a:extLst>
              </a:tr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97417"/>
                  </a:ext>
                </a:extLst>
              </a:tr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18650"/>
                  </a:ext>
                </a:extLst>
              </a:tr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911678"/>
                  </a:ext>
                </a:extLst>
              </a:tr>
              <a:tr h="779701">
                <a:tc>
                  <a:txBody>
                    <a:bodyPr/>
                    <a:lstStyle/>
                    <a:p>
                      <a:r>
                        <a:rPr lang="en-US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Indexed for faster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140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727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236194"/>
            <a:ext cx="10058400" cy="1371600"/>
          </a:xfrm>
        </p:spPr>
        <p:txBody>
          <a:bodyPr/>
          <a:lstStyle/>
          <a:p>
            <a:pPr algn="ctr"/>
            <a:r>
              <a:rPr lang="en-US" dirty="0" smtClean="0"/>
              <a:t>Add Intern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1435074"/>
            <a:ext cx="10797328" cy="504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38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236194"/>
            <a:ext cx="10058400" cy="1371600"/>
          </a:xfrm>
        </p:spPr>
        <p:txBody>
          <a:bodyPr/>
          <a:lstStyle/>
          <a:p>
            <a:pPr algn="ctr"/>
            <a:r>
              <a:rPr lang="en-US" dirty="0" smtClean="0"/>
              <a:t>View Intern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99" y="1389354"/>
            <a:ext cx="10952957" cy="507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83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236194"/>
            <a:ext cx="10058400" cy="1371600"/>
          </a:xfrm>
        </p:spPr>
        <p:txBody>
          <a:bodyPr/>
          <a:lstStyle/>
          <a:p>
            <a:pPr algn="ctr"/>
            <a:r>
              <a:rPr lang="en-US" dirty="0" smtClean="0"/>
              <a:t>Update Intern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" y="1369737"/>
            <a:ext cx="10853660" cy="504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40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236194"/>
            <a:ext cx="10058400" cy="1371600"/>
          </a:xfrm>
        </p:spPr>
        <p:txBody>
          <a:bodyPr/>
          <a:lstStyle/>
          <a:p>
            <a:pPr algn="ctr"/>
            <a:r>
              <a:rPr lang="en-US" dirty="0" smtClean="0"/>
              <a:t>Search Intern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93" y="1358874"/>
            <a:ext cx="11191494" cy="51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71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165429"/>
            <a:ext cx="9070848" cy="2587752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0794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19</TotalTime>
  <Words>100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Garamond</vt:lpstr>
      <vt:lpstr>Savon</vt:lpstr>
      <vt:lpstr>Intern Management System</vt:lpstr>
      <vt:lpstr>PowerPoint Presentation</vt:lpstr>
      <vt:lpstr>Features</vt:lpstr>
      <vt:lpstr>PowerPoint Presentation</vt:lpstr>
      <vt:lpstr>Database</vt:lpstr>
      <vt:lpstr>Add Intern</vt:lpstr>
      <vt:lpstr>View Intern</vt:lpstr>
      <vt:lpstr>Update Intern</vt:lpstr>
      <vt:lpstr>Search Intern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 Management System</dc:title>
  <dc:creator>Mohammed Ibrahim</dc:creator>
  <cp:lastModifiedBy>Mohammed Ibrahim</cp:lastModifiedBy>
  <cp:revision>3</cp:revision>
  <dcterms:created xsi:type="dcterms:W3CDTF">2026-03-17T10:08:19Z</dcterms:created>
  <dcterms:modified xsi:type="dcterms:W3CDTF">2026-03-17T10:28:08Z</dcterms:modified>
</cp:coreProperties>
</file>