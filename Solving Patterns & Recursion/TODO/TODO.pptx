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93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7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8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3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8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9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554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366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5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5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err="1" smtClean="0"/>
              <a:t>todo</a:t>
            </a:r>
            <a:r>
              <a:rPr lang="en-US" sz="6600" dirty="0" smtClean="0"/>
              <a:t> </a:t>
            </a:r>
            <a:r>
              <a:rPr lang="en-US" sz="6600" dirty="0" smtClean="0"/>
              <a:t>Management System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Mini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250268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304800"/>
            <a:ext cx="48317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Project Overview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82320" y="1361440"/>
            <a:ext cx="7249100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Goal: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Manage </a:t>
            </a:r>
            <a:r>
              <a:rPr lang="en-US" sz="3200" dirty="0"/>
              <a:t>personal tasks efficiently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Add, view, complete, delete </a:t>
            </a:r>
            <a:r>
              <a:rPr lang="en-US" sz="3200" dirty="0" smtClean="0"/>
              <a:t>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Simple UI for users</a:t>
            </a:r>
          </a:p>
          <a:p>
            <a:r>
              <a:rPr lang="en-US" sz="3200" b="1" dirty="0" smtClean="0"/>
              <a:t>Technologies</a:t>
            </a:r>
            <a:r>
              <a:rPr lang="en-US" sz="3200" b="1" dirty="0" smtClean="0"/>
              <a:t>: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SQLite (database)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Streamlit</a:t>
            </a:r>
            <a:r>
              <a:rPr lang="en-US" sz="3200" dirty="0" smtClean="0"/>
              <a:t> (UI)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32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304800"/>
            <a:ext cx="48782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Project Structures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68960" y="1615440"/>
            <a:ext cx="1130630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TODO_management_system</a:t>
            </a:r>
            <a:r>
              <a:rPr lang="en-US" sz="3200" dirty="0" smtClean="0"/>
              <a:t>/</a:t>
            </a:r>
            <a:br>
              <a:rPr lang="en-US" sz="3200" dirty="0" smtClean="0"/>
            </a:br>
            <a:r>
              <a:rPr lang="en-US" sz="3200" dirty="0" smtClean="0"/>
              <a:t>│</a:t>
            </a:r>
            <a:br>
              <a:rPr lang="en-US" sz="3200" dirty="0" smtClean="0"/>
            </a:br>
            <a:r>
              <a:rPr lang="en-US" sz="3200" dirty="0" smtClean="0"/>
              <a:t>├── app.py                 # </a:t>
            </a:r>
            <a:r>
              <a:rPr lang="en-US" sz="3200" dirty="0" err="1" smtClean="0"/>
              <a:t>Streamlit</a:t>
            </a:r>
            <a:r>
              <a:rPr lang="en-US" sz="3200" dirty="0" smtClean="0"/>
              <a:t> UI</a:t>
            </a:r>
            <a:br>
              <a:rPr lang="en-US" sz="3200" dirty="0" smtClean="0"/>
            </a:br>
            <a:r>
              <a:rPr lang="en-US" sz="3200" dirty="0" smtClean="0"/>
              <a:t>├── database.py       # DB connection &amp; table creation</a:t>
            </a:r>
            <a:br>
              <a:rPr lang="en-US" sz="3200" dirty="0" smtClean="0"/>
            </a:br>
            <a:r>
              <a:rPr lang="en-US" sz="3200" dirty="0" smtClean="0"/>
              <a:t>├── </a:t>
            </a:r>
            <a:r>
              <a:rPr lang="en-US" sz="3200" dirty="0"/>
              <a:t>task_service</a:t>
            </a:r>
            <a:r>
              <a:rPr lang="en-US" sz="3200" dirty="0" smtClean="0"/>
              <a:t>.py   # Operations for tasks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└── README.md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9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40644"/>
            <a:ext cx="3505200" cy="1371600"/>
          </a:xfrm>
        </p:spPr>
        <p:txBody>
          <a:bodyPr/>
          <a:lstStyle/>
          <a:p>
            <a:r>
              <a:rPr lang="en-US" dirty="0" smtClean="0"/>
              <a:t>Database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24510"/>
              </p:ext>
            </p:extLst>
          </p:nvPr>
        </p:nvGraphicFramePr>
        <p:xfrm>
          <a:off x="706120" y="1849124"/>
          <a:ext cx="10871199" cy="31188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23733">
                  <a:extLst>
                    <a:ext uri="{9D8B030D-6E8A-4147-A177-3AD203B41FA5}">
                      <a16:colId xmlns:a16="http://schemas.microsoft.com/office/drawing/2014/main" val="725461937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2427938049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3665520928"/>
                    </a:ext>
                  </a:extLst>
                </a:gridCol>
              </a:tblGrid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72565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Key, Auto Increment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769793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Task description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97417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'Pending' / 'Completed'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1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72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Add </a:t>
            </a:r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9" y="1336942"/>
            <a:ext cx="11013441" cy="510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3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View </a:t>
            </a:r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21" y="1305364"/>
            <a:ext cx="11190318" cy="51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8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Complete &amp; Delete </a:t>
            </a:r>
            <a:r>
              <a:rPr lang="en-US" dirty="0" smtClean="0"/>
              <a:t>Intern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7457"/>
            <a:ext cx="11104880" cy="511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4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165429"/>
            <a:ext cx="9070848" cy="258775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79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25</TotalTime>
  <Words>73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Garamond</vt:lpstr>
      <vt:lpstr>Savon</vt:lpstr>
      <vt:lpstr>todo Management System</vt:lpstr>
      <vt:lpstr>PowerPoint Presentation</vt:lpstr>
      <vt:lpstr>PowerPoint Presentation</vt:lpstr>
      <vt:lpstr>Database</vt:lpstr>
      <vt:lpstr>Add Task</vt:lpstr>
      <vt:lpstr>View Task</vt:lpstr>
      <vt:lpstr>Complete &amp; Delete Intern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Management System</dc:title>
  <dc:creator>Mohammed Ibrahim</dc:creator>
  <cp:lastModifiedBy>Mohammed Ibrahim</cp:lastModifiedBy>
  <cp:revision>6</cp:revision>
  <dcterms:created xsi:type="dcterms:W3CDTF">2026-03-17T10:08:19Z</dcterms:created>
  <dcterms:modified xsi:type="dcterms:W3CDTF">2026-03-17T10:41:47Z</dcterms:modified>
</cp:coreProperties>
</file>